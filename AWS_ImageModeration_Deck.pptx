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AI Image Moderation System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084832"/>
            <a:ext cx="3840480" cy="384048"/>
          </a:xfrm>
          <a:prstGeom prst="roundRect">
            <a:avLst>
              <a:gd name="adj" fmla="val 47619"/>
            </a:avLst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8483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· Event-Driven · Auto-Scaling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fully serverless content moderation pipeline built on AWS. Images uploaded to S3 automatically trigger AI-based detection via Amazon Rekognition — with confidence scoring, real-time alerts, and a REST API — all with zero servers to manage.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2240280" cy="1691640"/>
          </a:xfrm>
          <a:prstGeom prst="roundRect">
            <a:avLst>
              <a:gd name="adj" fmla="val 5405"/>
            </a:avLst>
          </a:prstGeom>
          <a:solidFill>
            <a:srgbClr val="1E3A5F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04164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482803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Servers to manage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serverless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0" y="3977640"/>
            <a:ext cx="2240280" cy="1691640"/>
          </a:xfrm>
          <a:prstGeom prst="roundRect">
            <a:avLst>
              <a:gd name="adj" fmla="val 5405"/>
            </a:avLst>
          </a:prstGeom>
          <a:solidFill>
            <a:srgbClr val="1E3A5F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404164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017520" y="482803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Moderation latency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17520" y="512064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→ verdict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3977640"/>
            <a:ext cx="2240280" cy="1691640"/>
          </a:xfrm>
          <a:prstGeom prst="roundRect">
            <a:avLst>
              <a:gd name="adj" fmla="val 5405"/>
            </a:avLst>
          </a:prstGeom>
          <a:solidFill>
            <a:srgbClr val="1E3A5F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404164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486400" y="482803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categories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0" y="512064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Rekognition labels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26060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0" y="301752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243B55"/>
          </a:solidFill>
          <a:ln w="10160">
            <a:solidFill>
              <a:srgbClr val="2D5A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01752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040112" y="301752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243B55"/>
          </a:solidFill>
          <a:ln w="10160">
            <a:solidFill>
              <a:srgbClr val="2D5A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40112" y="301752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3547872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243B55"/>
          </a:solidFill>
          <a:ln w="10160">
            <a:solidFill>
              <a:srgbClr val="2D5A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354787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040112" y="3547872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243B55"/>
          </a:solidFill>
          <a:ln w="10160">
            <a:solidFill>
              <a:srgbClr val="2D5A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40112" y="354787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Rekognition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0" y="4078224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243B55"/>
          </a:solidFill>
          <a:ln w="10160">
            <a:solidFill>
              <a:srgbClr val="2D5A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07822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040112" y="4078224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243B55"/>
          </a:solidFill>
          <a:ln w="10160">
            <a:solidFill>
              <a:srgbClr val="2D5A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40112" y="407822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29600" y="4608576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243B55"/>
          </a:solidFill>
          <a:ln w="10160">
            <a:solidFill>
              <a:srgbClr val="2D5A8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460857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6647688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Harshita N  ·  AWS AI Image Moderation System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88952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326880" y="18288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1828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Pipeline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PATH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1371600" cy="804672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430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" y="148132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64208" y="138988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64208" y="166420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993392" y="1097280"/>
            <a:ext cx="1463040" cy="804672"/>
          </a:xfrm>
          <a:prstGeom prst="roundRect">
            <a:avLst>
              <a:gd name="adj" fmla="val 11364"/>
            </a:avLst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11430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93392" y="148132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0" y="138988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4720" y="166420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822192" y="1097280"/>
            <a:ext cx="1554480" cy="804672"/>
          </a:xfrm>
          <a:prstGeom prst="roundRect">
            <a:avLst>
              <a:gd name="adj" fmla="val 11364"/>
            </a:avLst>
          </a:prstGeom>
          <a:solidFill>
            <a:srgbClr val="FFF7ED"/>
          </a:solidFill>
          <a:ln w="15240">
            <a:solidFill>
              <a:srgbClr val="E850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22192" y="11430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22192" y="14813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api_handler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94960" y="138988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166420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742432" y="1097280"/>
            <a:ext cx="1691640" cy="804672"/>
          </a:xfrm>
          <a:prstGeom prst="roundRect">
            <a:avLst>
              <a:gd name="adj" fmla="val 11364"/>
            </a:avLst>
          </a:prstGeom>
          <a:solidFill>
            <a:srgbClr val="E0F2FE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42432" y="114300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742432" y="1481328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Uploads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1956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6520" y="21762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ObjectCreated event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24505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MODERATION CORE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2724912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5240">
            <a:solidFill>
              <a:srgbClr val="E850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77063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274320" y="310896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moderate_image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984248" y="307238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984248" y="334670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331720" y="2724912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FFF1F2"/>
          </a:solidFill>
          <a:ln w="15240">
            <a:solidFill>
              <a:srgbClr val="E11D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31720" y="27706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2331720" y="31089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Rekognition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DetectModLabels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331720" y="36027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confidence scores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2724912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27614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663440" y="312724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80%?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984248" y="307238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44568" y="305409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74320" y="37033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— ALWAYS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68680" y="362102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74320" y="3986784"/>
            <a:ext cx="1691640" cy="804672"/>
          </a:xfrm>
          <a:prstGeom prst="roundRect">
            <a:avLst>
              <a:gd name="adj" fmla="val 11364"/>
            </a:avLst>
          </a:prstGeom>
          <a:solidFill>
            <a:srgbClr val="E0F2FE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03250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274320" y="4370832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Object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Tagging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807208" y="362102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212848" y="3986784"/>
            <a:ext cx="1691640" cy="804672"/>
          </a:xfrm>
          <a:prstGeom prst="roundRect">
            <a:avLst>
              <a:gd name="adj" fmla="val 11364"/>
            </a:avLst>
          </a:prstGeom>
          <a:solidFill>
            <a:srgbClr val="F0FDF4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12848" y="403250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2212848" y="4370832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675120" y="37033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FLAGGED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178040" y="362102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if flagged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675120" y="3986784"/>
            <a:ext cx="1691640" cy="804672"/>
          </a:xfrm>
          <a:prstGeom prst="roundRect">
            <a:avLst>
              <a:gd name="adj" fmla="val 11364"/>
            </a:avLst>
          </a:prstGeom>
          <a:solidFill>
            <a:srgbClr val="FFF1F2"/>
          </a:solidFill>
          <a:ln w="15240">
            <a:solidFill>
              <a:srgbClr val="E11D4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75120" y="40233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6675120" y="4352544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 Alert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Fan-out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116568" y="362102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if flagged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8613648" y="3986784"/>
            <a:ext cx="1691640" cy="804672"/>
          </a:xfrm>
          <a:prstGeom prst="roundRect">
            <a:avLst>
              <a:gd name="adj" fmla="val 11364"/>
            </a:avLst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13648" y="40233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8613648" y="4352544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1055096" y="362102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below threshold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0552176" y="3986784"/>
            <a:ext cx="1691640" cy="804672"/>
          </a:xfrm>
          <a:prstGeom prst="roundRect">
            <a:avLst>
              <a:gd name="adj" fmla="val 11364"/>
            </a:avLst>
          </a:prstGeom>
          <a:solidFill>
            <a:srgbClr val="F0FDF4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552176" y="4151376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CLEAN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516368" y="3547872"/>
            <a:ext cx="0" cy="438912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454896" y="3547872"/>
            <a:ext cx="0" cy="438912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550408" y="3136392"/>
            <a:ext cx="4709160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029200"/>
            <a:ext cx="11612880" cy="438912"/>
          </a:xfrm>
          <a:prstGeom prst="rect">
            <a:avLst/>
          </a:prstGeom>
          <a:solidFill>
            <a:srgbClr val="EFF6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5074920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QUERY  →  Client: GET /status/{key}  →  API Gateway  →  λ api_handler  →  DynamoDB lookup  →  verdict returned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74320" y="5623560"/>
            <a:ext cx="11612880" cy="384048"/>
          </a:xfrm>
          <a:prstGeom prst="rect">
            <a:avLst/>
          </a:prstGeom>
          <a:solidFill>
            <a:srgbClr val="FFF7ED"/>
          </a:solidFill>
          <a:ln w="8890">
            <a:solidFill>
              <a:srgbClr val="E8501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1480" y="5660136"/>
            <a:ext cx="11338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Least-privilege IAM per Lambda · Presigned URLs for secure client uploads · S3 trigger validated via SourceAccount condition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4320" y="6647688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Harshita N  ·  AWS AI Image Moderation System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501A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88952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 &amp; Design Decisions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3822192" cy="2450592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3822192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326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96012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Rekognition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" y="1417320"/>
            <a:ext cx="356616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Pre-trained DetectModerationLabels API — detects violence, nudity, weapons, hate symbols across 30+ categories. Returns per-label confidence scores enabling nuanced triage without any custom model training.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9392" y="868680"/>
            <a:ext cx="3822192" cy="2450592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5240">
            <a:solidFill>
              <a:srgbClr val="E850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9392" y="868680"/>
            <a:ext cx="3822192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E850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9326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73752" y="96012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07408" y="1417320"/>
            <a:ext cx="356616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compute triggered by S3 events. Scales from 0 to 10,000 concurrent executions automatically. Stateless design makes each moderation run independent and retryable — zero idle compute cost.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84464" y="868680"/>
            <a:ext cx="3822192" cy="2450592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868680"/>
            <a:ext cx="3822192" cy="475488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9326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78824" y="96012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1417320"/>
            <a:ext cx="356616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Dual-bucket design — uploads bucket receives images via presigned PUT URLs; quarantine bucket isolates flagged content. Native event notifications trigger Lambda instantly on ObjectCreated.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502152"/>
            <a:ext cx="3822192" cy="2450592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5240">
            <a:solidFill>
              <a:srgbClr val="E11D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02152"/>
            <a:ext cx="3822192" cy="475488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566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359359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2336" y="4050792"/>
            <a:ext cx="356616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Pub/Sub fan-out for real-time alerts. Decouples alert delivery from moderation logic — email, SMS, SQS, or downstream Lambdas subscribe without touching core pipeline code.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79392" y="3502152"/>
            <a:ext cx="3822192" cy="2450592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79392" y="3502152"/>
            <a:ext cx="3822192" cy="475488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3566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73752" y="359359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07408" y="4050792"/>
            <a:ext cx="356616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Exposes two REST endpoints: POST /upload-url (generates presigned S3 URL) and GET /status/{key} (returns async moderation verdict). Operators need no AWS credentials or SDK.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84464" y="3502152"/>
            <a:ext cx="3822192" cy="2450592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84464" y="3502152"/>
            <a:ext cx="3822192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94192" y="35661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878824" y="359359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12480" y="4050792"/>
            <a:ext cx="356616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audit log for every moderation verdict — timestamp, image key, confidence score, threshold, and label breakdown. Pay-per-request billing. Legally defensible incident records.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6647688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Harshita N  ·  AWS AI Image Moderation System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2026-07-11T07:40:08Z</dcterms:created>
  <dcterms:modified xsi:type="dcterms:W3CDTF">2026-07-11T07:40:08Z</dcterms:modified>
</cp:coreProperties>
</file>